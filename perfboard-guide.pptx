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PERFBOARD BUILD GUIDE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Multiple-IMU Wearable Sensor System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 ESP32C3  +  BNO085  +  LiPo 3.7V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Master  ·  2 Slaves  ·  Two-Sided Perfboard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846320"/>
            <a:ext cx="76809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Joonho · Hanyang University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BILL OF MATERIALS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node — build 3 identical boards (1 master + 2 slaves)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411480"/>
                <a:gridCol w="411480"/>
                <a:gridCol w="37947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SPEC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×1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×3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XIAO ESP32C3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Seeed Studio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Built-in LiPo charger via USB-C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BNO085 Breakout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Adafruit, I2C 0x4A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Has onboard 10kΩ pull-ups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LiPo Pouch Cell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3.7V, 400–1000mAh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JST-PH 2-pin, with protection circuit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SPST Slide Switch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≥0.3A rated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Mounted on housing (not on perfboard)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TP4057 Charger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USB-C, 1A, 3.7V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Separate charging station (not on board)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Perfboard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5×7cm, double-sided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Two-sided for ground plane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Female Pin Headers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1×7 (XIAO), 1×9 (BNO)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Socket mount — removable for flashing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100nF Ceramic Cap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0.1µF, ≥10V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Decoupling near BNO085 VIN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Hookup Wire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22–26 AWG solid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~5 connections per board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PERFBOARD — TOP SIDE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wearable layout (~3.3 × 2.5 cm) · BNO085 overhangs right edge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3291840" cy="3474720"/>
          </a:xfrm>
          <a:prstGeom prst="rect">
            <a:avLst/>
          </a:prstGeom>
          <a:solidFill>
            <a:srgbClr val="1A5C3A">
              <a:alpha val="85000"/>
            </a:srgbClr>
          </a:solidFill>
          <a:ln w="31750">
            <a:solidFill>
              <a:srgbClr val="0F4C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4297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Board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(13×10 holes)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280160"/>
            <a:ext cx="1280160" cy="1828800"/>
          </a:xfrm>
          <a:prstGeom prst="rect">
            <a:avLst/>
          </a:prstGeom>
          <a:solidFill>
            <a:srgbClr val="1E3A5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6002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ESP32C3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97280" y="1188720"/>
            <a:ext cx="731520" cy="201168"/>
          </a:xfrm>
          <a:prstGeom prst="rect">
            <a:avLst/>
          </a:prstGeom>
          <a:solidFill>
            <a:srgbClr val="94A3B8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1887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USB-C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841248" y="1417320"/>
            <a:ext cx="91440" cy="9144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" y="1371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841248" y="1673352"/>
            <a:ext cx="91440" cy="9144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" y="16276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841248" y="1929384"/>
            <a:ext cx="91440" cy="9144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" y="18836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841248" y="2185416"/>
            <a:ext cx="91440" cy="9144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" y="213969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841248" y="244144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" y="23957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 (SDA)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841248" y="2697480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" y="26517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 (SCL)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841248" y="2953512"/>
            <a:ext cx="91440" cy="9144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" y="290779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2212848" y="1417320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2331720" y="13716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2212848" y="1673352"/>
            <a:ext cx="91440" cy="9144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8" name="Text 26"/>
          <p:cNvSpPr/>
          <p:nvPr/>
        </p:nvSpPr>
        <p:spPr>
          <a:xfrm>
            <a:off x="2331720" y="16276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GND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2212848" y="1929384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2331720" y="188366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3V3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2212848" y="2185416"/>
            <a:ext cx="91440" cy="9144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2" name="Text 30"/>
          <p:cNvSpPr/>
          <p:nvPr/>
        </p:nvSpPr>
        <p:spPr>
          <a:xfrm>
            <a:off x="2331720" y="21396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D10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2212848" y="2441448"/>
            <a:ext cx="91440" cy="9144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4" name="Text 32"/>
          <p:cNvSpPr/>
          <p:nvPr/>
        </p:nvSpPr>
        <p:spPr>
          <a:xfrm>
            <a:off x="2331720" y="23957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D9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2212848" y="2697480"/>
            <a:ext cx="91440" cy="9144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6" name="Text 34"/>
          <p:cNvSpPr/>
          <p:nvPr/>
        </p:nvSpPr>
        <p:spPr>
          <a:xfrm>
            <a:off x="2331720" y="26517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D8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2212848" y="2953512"/>
            <a:ext cx="91440" cy="9144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8" name="Text 36"/>
          <p:cNvSpPr/>
          <p:nvPr/>
        </p:nvSpPr>
        <p:spPr>
          <a:xfrm>
            <a:off x="2331720" y="29077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1051560" y="3017520"/>
            <a:ext cx="1005840" cy="228600"/>
          </a:xfrm>
          <a:prstGeom prst="rect">
            <a:avLst/>
          </a:prstGeom>
          <a:solidFill>
            <a:srgbClr val="2C1854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51560" y="3017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BAT+   BAT−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3291840" y="1371600"/>
            <a:ext cx="1097280" cy="1645920"/>
          </a:xfrm>
          <a:prstGeom prst="rect">
            <a:avLst/>
          </a:prstGeom>
          <a:solidFill>
            <a:srgbClr val="1A3A2A">
              <a:alpha val="70000"/>
            </a:srgbClr>
          </a:solidFill>
          <a:ln w="19050">
            <a:solidFill>
              <a:srgbClr val="10B981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291840" y="1783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BNO085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(overhangs)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389120" y="1371600"/>
            <a:ext cx="320040" cy="1645920"/>
          </a:xfrm>
          <a:prstGeom prst="rect">
            <a:avLst/>
          </a:prstGeom>
          <a:solidFill>
            <a:srgbClr val="4A4A4A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0" y="19202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 on</a:t>
            </a:r>
            <a:endParaRPr lang="en-US" sz="50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en-US" sz="500" dirty="0"/>
          </a:p>
        </p:txBody>
      </p:sp>
      <p:sp>
        <p:nvSpPr>
          <p:cNvPr id="45" name="Shape 43"/>
          <p:cNvSpPr/>
          <p:nvPr/>
        </p:nvSpPr>
        <p:spPr>
          <a:xfrm>
            <a:off x="4023360" y="960120"/>
            <a:ext cx="0" cy="3566160"/>
          </a:xfrm>
          <a:prstGeom prst="line">
            <a:avLst/>
          </a:prstGeom>
          <a:noFill/>
          <a:ln w="19050">
            <a:solidFill>
              <a:srgbClr val="EF4444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4343400" y="1463040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7" name="Text 45"/>
          <p:cNvSpPr/>
          <p:nvPr/>
        </p:nvSpPr>
        <p:spPr>
          <a:xfrm>
            <a:off x="4480560" y="142646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4343400" y="1719072"/>
            <a:ext cx="73152" cy="73152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49" name="Text 47"/>
          <p:cNvSpPr/>
          <p:nvPr/>
        </p:nvSpPr>
        <p:spPr>
          <a:xfrm>
            <a:off x="4480560" y="168249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3Vo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4343400" y="1975104"/>
            <a:ext cx="73152" cy="7315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51" name="Text 49"/>
          <p:cNvSpPr/>
          <p:nvPr/>
        </p:nvSpPr>
        <p:spPr>
          <a:xfrm>
            <a:off x="4480560" y="1938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GND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4343400" y="2231136"/>
            <a:ext cx="73152" cy="7315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53" name="Text 51"/>
          <p:cNvSpPr/>
          <p:nvPr/>
        </p:nvSpPr>
        <p:spPr>
          <a:xfrm>
            <a:off x="4480560" y="21945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SCL</a:t>
            </a:r>
            <a:endParaRPr lang="en-US" sz="600" dirty="0"/>
          </a:p>
        </p:txBody>
      </p:sp>
      <p:sp>
        <p:nvSpPr>
          <p:cNvPr id="54" name="Shape 52"/>
          <p:cNvSpPr/>
          <p:nvPr/>
        </p:nvSpPr>
        <p:spPr>
          <a:xfrm>
            <a:off x="4343400" y="2487168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5" name="Text 53"/>
          <p:cNvSpPr/>
          <p:nvPr/>
        </p:nvSpPr>
        <p:spPr>
          <a:xfrm>
            <a:off x="4480560" y="24505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</a:t>
            </a:r>
            <a:endParaRPr lang="en-US" sz="600" dirty="0"/>
          </a:p>
        </p:txBody>
      </p:sp>
      <p:sp>
        <p:nvSpPr>
          <p:cNvPr id="56" name="Shape 54"/>
          <p:cNvSpPr/>
          <p:nvPr/>
        </p:nvSpPr>
        <p:spPr>
          <a:xfrm>
            <a:off x="4343400" y="2743200"/>
            <a:ext cx="73152" cy="73152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57" name="Text 55"/>
          <p:cNvSpPr/>
          <p:nvPr/>
        </p:nvSpPr>
        <p:spPr>
          <a:xfrm>
            <a:off x="4480560" y="270662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3383280" y="2926080"/>
            <a:ext cx="457200" cy="228600"/>
          </a:xfrm>
          <a:prstGeom prst="rect">
            <a:avLst/>
          </a:prstGeom>
          <a:solidFill>
            <a:srgbClr val="4A3A1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83280" y="2926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100nF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914400" y="2551176"/>
            <a:ext cx="26517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566160" y="2551176"/>
            <a:ext cx="0" cy="256032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566160" y="2807208"/>
            <a:ext cx="4572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828800" y="240487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 (top, L)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914400" y="2807208"/>
            <a:ext cx="265176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dash"/>
          </a:ln>
        </p:spPr>
      </p:sp>
      <p:sp>
        <p:nvSpPr>
          <p:cNvPr id="65" name="Shape 63"/>
          <p:cNvSpPr/>
          <p:nvPr/>
        </p:nvSpPr>
        <p:spPr>
          <a:xfrm>
            <a:off x="3566160" y="2807208"/>
            <a:ext cx="0" cy="-256032"/>
          </a:xfrm>
          <a:prstGeom prst="line">
            <a:avLst/>
          </a:prstGeom>
          <a:noFill/>
          <a:ln w="25400">
            <a:solidFill>
              <a:srgbClr val="F97316"/>
            </a:solidFill>
            <a:prstDash val="dash"/>
          </a:ln>
        </p:spPr>
      </p:sp>
      <p:sp>
        <p:nvSpPr>
          <p:cNvPr id="66" name="Shape 64"/>
          <p:cNvSpPr/>
          <p:nvPr/>
        </p:nvSpPr>
        <p:spPr>
          <a:xfrm>
            <a:off x="3566160" y="2551176"/>
            <a:ext cx="45720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dash"/>
          </a:ln>
        </p:spPr>
      </p:sp>
      <p:sp>
        <p:nvSpPr>
          <p:cNvPr id="67" name="Text 65"/>
          <p:cNvSpPr/>
          <p:nvPr/>
        </p:nvSpPr>
        <p:spPr>
          <a:xfrm>
            <a:off x="1828800" y="283464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SCL (bottom, L)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2212848" y="1783080"/>
            <a:ext cx="1078992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291840" y="1783080"/>
            <a:ext cx="0" cy="-32004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697480" y="141732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3V3→VIN</a:t>
            </a:r>
            <a:endParaRPr lang="en-US" sz="600" dirty="0"/>
          </a:p>
        </p:txBody>
      </p:sp>
      <p:sp>
        <p:nvSpPr>
          <p:cNvPr id="71" name="Shape 69"/>
          <p:cNvSpPr/>
          <p:nvPr/>
        </p:nvSpPr>
        <p:spPr>
          <a:xfrm>
            <a:off x="2212848" y="1527048"/>
            <a:ext cx="0" cy="128016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>
            <a:off x="2212848" y="2807208"/>
            <a:ext cx="107899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</a:ln>
        </p:spPr>
      </p:sp>
      <p:sp>
        <p:nvSpPr>
          <p:cNvPr id="73" name="Text 71"/>
          <p:cNvSpPr/>
          <p:nvPr/>
        </p:nvSpPr>
        <p:spPr>
          <a:xfrm>
            <a:off x="2697480" y="292608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GND (bottom)</a:t>
            </a:r>
            <a:endParaRPr lang="en-US" sz="600" dirty="0"/>
          </a:p>
        </p:txBody>
      </p:sp>
      <p:sp>
        <p:nvSpPr>
          <p:cNvPr id="74" name="Text 72"/>
          <p:cNvSpPr/>
          <p:nvPr/>
        </p:nvSpPr>
        <p:spPr>
          <a:xfrm>
            <a:off x="731520" y="3383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 off-board →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on housing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4297680" y="1005840"/>
            <a:ext cx="44805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4480560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COMPACT LAYOUT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4480560" y="15087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ROUTING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572000" y="1947672"/>
            <a:ext cx="365760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029200" y="1856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3V3 → VIN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6217920" y="18562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(top side)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4572000" y="2267712"/>
            <a:ext cx="365760" cy="0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029200" y="21762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GND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6217920" y="21762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L-shape (bottom side)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4572000" y="2587752"/>
            <a:ext cx="36576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029200" y="24963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 (GPIO6)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6217920" y="24963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L-shape, TOP (10 holes)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4572000" y="2907792"/>
            <a:ext cx="36576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029200" y="28163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SCL (GPIO7)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6217920" y="28163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L-shape, BOTTOM (10 holes)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4572000" y="3227832"/>
            <a:ext cx="365760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029200" y="313639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(BAT±)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6217920" y="31363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off-board to switch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4480560" y="3063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CONNECTIONS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4572000" y="336499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3V3 → BNO085 VIN (top)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4572000" y="353872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GND → BNO085 GND (bottom)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4572000" y="371246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 (GPIO6) → SDA (top, L-shape, cross at gap)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4572000" y="388620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 (GPIO7) → SCL (bottom, L-shape, cross at gap)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4572000" y="405993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BAT± → external switch → LiPo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4572000" y="423367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100nF cap near BNO085 VIN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PERFBOARD — BOTTOM SIDE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 traces and wiring (compact board, viewed from below — mirrored)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3291840" cy="3474720"/>
          </a:xfrm>
          <a:prstGeom prst="rect">
            <a:avLst/>
          </a:prstGeom>
          <a:solidFill>
            <a:srgbClr val="2A1A0A">
              <a:alpha val="85000"/>
            </a:srgbClr>
          </a:solidFill>
          <a:ln w="31750">
            <a:solidFill>
              <a:srgbClr val="4A302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4297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VIEW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(compact, mirrored)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94560" y="1280160"/>
            <a:ext cx="1280160" cy="1828800"/>
          </a:xfrm>
          <a:prstGeom prst="rect">
            <a:avLst/>
          </a:prstGeom>
          <a:solidFill>
            <a:srgbClr val="1E1E2E">
              <a:alpha val="50000"/>
            </a:srgbClr>
          </a:solidFill>
          <a:ln w="12700">
            <a:solidFill>
              <a:srgbClr val="0891B2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2194560" y="17373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(ghost)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371600"/>
            <a:ext cx="1280160" cy="1645920"/>
          </a:xfrm>
          <a:prstGeom prst="rect">
            <a:avLst/>
          </a:prstGeom>
          <a:solidFill>
            <a:srgbClr val="1E2E1E">
              <a:alpha val="50000"/>
            </a:srgbClr>
          </a:solidFill>
          <a:ln w="12700">
            <a:solidFill>
              <a:srgbClr val="10B981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731520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BNO085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(ghost)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914400" y="2807208"/>
            <a:ext cx="2651760" cy="0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160" y="2807208"/>
            <a:ext cx="0" cy="-256032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2551176"/>
            <a:ext cx="457200" cy="0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283464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SCL (solid, L)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914400" y="2551176"/>
            <a:ext cx="26517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566160" y="2551176"/>
            <a:ext cx="0" cy="256032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566160" y="2807208"/>
            <a:ext cx="4572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1828800" y="240487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 (ghost, top)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2212848" y="1527048"/>
            <a:ext cx="0" cy="128016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12848" y="2807208"/>
            <a:ext cx="1078992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0" y="292608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GND L-route (solid)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2212848" y="1783080"/>
            <a:ext cx="1078992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3291840" y="1783080"/>
            <a:ext cx="0" cy="-320040"/>
          </a:xfrm>
          <a:prstGeom prst="line">
            <a:avLst/>
          </a:prstGeom>
          <a:noFill/>
          <a:ln w="25400">
            <a:solidFill>
              <a:srgbClr val="10B981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2697480" y="141732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3V3 (ghost)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1143000" y="3017520"/>
            <a:ext cx="1005840" cy="228600"/>
          </a:xfrm>
          <a:prstGeom prst="rect">
            <a:avLst/>
          </a:prstGeom>
          <a:solidFill>
            <a:srgbClr val="2C1854">
              <a:alpha val="70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3000" y="3017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BAT+   BAT−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1645920" y="3246120"/>
            <a:ext cx="0" cy="320040"/>
          </a:xfrm>
          <a:prstGeom prst="line">
            <a:avLst/>
          </a:prstGeom>
          <a:noFill/>
          <a:ln w="25400">
            <a:solidFill>
              <a:srgbClr val="8B5CF6"/>
            </a:solidFill>
            <a:prstDash val="lgDash"/>
          </a:ln>
        </p:spPr>
      </p:sp>
      <p:sp>
        <p:nvSpPr>
          <p:cNvPr id="28" name="Text 26"/>
          <p:cNvSpPr/>
          <p:nvPr/>
        </p:nvSpPr>
        <p:spPr>
          <a:xfrm>
            <a:off x="1325880" y="35204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housing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4297680" y="1005840"/>
            <a:ext cx="44805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480560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SOLDERING TIPS (COMPACT)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480560" y="150876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cutting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480560" y="16916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perfboard to 13×10 holes (~3.3 × 2.5 cm). File edges smooth to prevent wire snags.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480560" y="200253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BNO085 overhang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480560" y="218541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pin header sits on board; body overhangs right edge. Use dashed box in top-view diagram to show extent.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480560" y="249631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GND plane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480560" y="26791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continuous bottom-side copper for GND bus. Route as L-shape: vertical from XIAO down, then horizontal to BNO085 GND.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480560" y="299008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crossing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480560" y="31729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BNO085 pin order (SCL before SDA) requires crossing. SDA on top side, SCL on bottom — they cross at gap col on opposite sides.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480560" y="34838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off-board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480560" y="36667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BAT± wires leave board toward external switch on housing. Hot-glue wires for strain relief.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480560" y="39776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spacing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480560" y="41605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gap column between XIAO right pins and BNO085 pin header. Route 3V3 through this gap on top side.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BATTERY WIRING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LiPo connection with external switch on housing · TP4057 separate charging station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14400" y="3200400"/>
            <a:ext cx="2011680" cy="1097280"/>
          </a:xfrm>
          <a:prstGeom prst="rect">
            <a:avLst/>
          </a:prstGeom>
          <a:solidFill>
            <a:srgbClr val="1E1040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2004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LiPo 3.7V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400–1000mAh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45920" y="2286000"/>
            <a:ext cx="914400" cy="548640"/>
          </a:xfrm>
          <a:prstGeom prst="rect">
            <a:avLst/>
          </a:prstGeom>
          <a:solidFill>
            <a:srgbClr val="3A2010">
              <a:alpha val="60000"/>
            </a:srgbClr>
          </a:solidFill>
          <a:ln w="19050">
            <a:solidFill>
              <a:srgbClr val="F97316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645920" y="2286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8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 housing)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097280" y="1097280"/>
            <a:ext cx="1828800" cy="914400"/>
          </a:xfrm>
          <a:prstGeom prst="rect">
            <a:avLst/>
          </a:prstGeom>
          <a:solidFill>
            <a:srgbClr val="1E3A5F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 ESP32C3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BAT+ / BAT− pads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03120" y="3200400"/>
            <a:ext cx="0" cy="-365760"/>
          </a:xfrm>
          <a:prstGeom prst="line">
            <a:avLst/>
          </a:prstGeom>
          <a:noFill/>
          <a:ln w="3175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29260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(+)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103120" y="2377440"/>
            <a:ext cx="0" cy="-365760"/>
          </a:xfrm>
          <a:prstGeom prst="line">
            <a:avLst/>
          </a:prstGeom>
          <a:noFill/>
          <a:ln w="3175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18288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BAT+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371600" y="3200400"/>
            <a:ext cx="0" cy="-118872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9260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(−)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40080" y="18288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BAT−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572000" y="100584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143000"/>
            <a:ext cx="320040" cy="3200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120640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Charging: TP4057 Station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120640" y="1371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separate TP4057 USB-C module (1A) as a charging station. Disconnect from board to charge. XIAO has a built-in charge IC (~50mA) but it's too slow. Never connect both chargers simultaneously.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572000" y="2103120"/>
            <a:ext cx="4114800" cy="91440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240280"/>
            <a:ext cx="320040" cy="32004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120640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LiPo Safety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120640" y="24688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cells with built-in protection circuit. Verify polarity before connecting. Reversed polarity will damage the XIAO.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4572000" y="320040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3337560"/>
            <a:ext cx="320040" cy="32004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12064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Life Estimate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3611880"/>
          <a:ext cx="3749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73736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XIAO active (WiFi TX)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~80–120mA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BNO085 active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~15mA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Total (streaming)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~95–135mA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500mAh → runtime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891B2"/>
                          </a:solidFill>
                        </a:rPr>
                        <a:t>~3.5–5 hrs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1000mAh → runtime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891B2"/>
                          </a:solidFill>
                        </a:rPr>
                        <a:t>~7–10 hrs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TESTING CHECKLIST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applying power — multimeter checks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Visual Inspection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11704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☐"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solder joints shiny and concave (no cold joints)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" y="138074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☐"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solder bridges between adjacent pads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159105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☐"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headers seated flush and straight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" y="180136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☐"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wires have strain relief (hot glue)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0848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Continuity Tests (Ω mode)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234086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☐"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3V3 (XIAO) → VIN (BNO085): should beep / 0Ω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" y="255117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☐"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GND (XIAO) → GND (BNO085): should beep / 0Ω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0" y="27614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☐"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D4/GPIO6 → SDA (BNO085): should beep / 0Ω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" y="29718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☐"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D5/GPIO7 → SCL (BNO085): should beep / 0Ω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" y="318211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☐"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BAT+ pad → external switch wire: should beep / 0Ω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" y="339242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☐"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BAT− pad → LiPo (−) wire: should beep / 0Ω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36758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Short-Circuit Test (Ω mode)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39319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☐"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3V3 ↔ GND: must NOT beep (should show &gt;1kΩ)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" y="41422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☐"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 ↔ SCL: must NOT beep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435254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☐"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BAT+ ↔ BAT−: must NOT beep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" y="456285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☐"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↔ GND: must NOT beep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TESTING CHECKLIST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applying power — voltage and function checks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Voltage Measurements (V DC mode)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☐"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LiPo voltage: 3.5–4.2V (below 3.5V = charge first)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97280" y="128016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☐"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switch ON → XIAO 3V3 pin: should read 3.3V (±0.1V)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97280" y="146304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☐"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BNO085 VIN: should match XIAO 3V3 (~3.3V)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97280" y="164592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☐"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 5V pin (USB powered): should read ~5V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97280" y="182880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☐"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excessive heat on any component after 30 seconds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20574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USB Serial Test (one node at a time)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228600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☐"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USB-C → PC should enumerate serial port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97280" y="246888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☐"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idf.py monitor shows boot log, no crash loops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97280" y="265176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☐"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Slave: beacon sending confirmed in serial log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7280" y="283464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☐"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Master: 'serial_cmd_task started' in log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0080" y="3063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I2C / BNO085 Verification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329184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☐"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scan shows device at 0x4A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97280" y="347472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☐"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BNO085 reports rotation vector data (no NaN, no zeros)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97280" y="365760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☐"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Quaternion values change when board is rotated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97280" y="384048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☐"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reports active (rotation + accel + gyro)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0080" y="4069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Battery-Only Operation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" y="429768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☐"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Unplug USB-C. External switch ON → XIAO powers from LiPo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97280" y="448056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☐"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 3V3 pin still reads 3.3V on battery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97280" y="466344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☐"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Slave sends beacons on battery power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97280" y="484632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☐"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switch OFF → all power cut (0V on 3V3)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TROUBLESHOOTING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3840480" cy="5486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772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 won't power on from battery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297680" y="7772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777240"/>
            <a:ext cx="4114800" cy="5486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7772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external switch continuity and wire connections. Verify LiPo has charge (&gt;3.5V). Check BAT+ and BAT− pad solder joints — they're small and easy to get cold joints on.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444752"/>
            <a:ext cx="3840480" cy="5486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44475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BNO085 not detected (I2C scan empty)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97680" y="1444752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63440" y="1444752"/>
            <a:ext cx="4114800" cy="5486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44475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3V3→VIN and GND→GND continuity. Verify BNO085 is properly seated in headers. Check for solder bridges between SDA/SCL.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112264"/>
            <a:ext cx="3840480" cy="5486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11226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data corrupted / intermittent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97680" y="2112264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63440" y="2112264"/>
            <a:ext cx="4114800" cy="5486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11226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100nF decoupling cap closer to BNO085. Shorten I2C wires. Check for cold solder joints on SDA/SCL.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779776"/>
            <a:ext cx="3840480" cy="5486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77977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 resets randomly on battery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97680" y="2779776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663440" y="2779776"/>
            <a:ext cx="4114800" cy="5486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77977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LiPo voltage too low (replace/charge). Add 10µF electrolytic cap across BAT±. Check for loose connections causing brownout.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3447288"/>
            <a:ext cx="3840480" cy="5486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44728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USB-C won't enumerate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297680" y="3447288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663440" y="3447288"/>
            <a:ext cx="4114800" cy="5486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4472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XIAO from socket, test standalone. Check no short between 5V and GND. Try different USB cable (data-capable, not charge-only).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4114800"/>
            <a:ext cx="3840480" cy="5486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114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ESP-NOW packets not received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97680" y="41148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663440" y="4114800"/>
            <a:ext cx="4114800" cy="5486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41148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both boards flashed with correct firmware (master vs slave). Check WiFi antenna area is not blocked by ground plane copper on perfboard.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Multiple-IMU Perfboard Build Guide</dc:title>
  <dc:subject>PptxGenJS Presentation</dc:subject>
  <dc:creator>Joonho</dc:creator>
  <cp:lastModifiedBy>Joonho</cp:lastModifiedBy>
  <cp:revision>1</cp:revision>
  <dcterms:created xsi:type="dcterms:W3CDTF">2026-03-26T13:11:23Z</dcterms:created>
  <dcterms:modified xsi:type="dcterms:W3CDTF">2026-03-26T13:11:23Z</dcterms:modified>
</cp:coreProperties>
</file>